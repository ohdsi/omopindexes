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9" r:id="rId2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6A97"/>
    <a:srgbClr val="446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0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913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recreation of the OMOP INDICES hex sticker. The hexagon and lettering are native PowerPoint objects. The icon is a crisp vector SVG placed separately so it remains scalable and can be converted to editable PowerPoint shapes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483620" y="1242398"/>
            <a:ext cx="3600000" cy="3117600"/>
          </a:xfrm>
          <a:prstGeom prst="hexagon">
            <a:avLst/>
          </a:prstGeom>
          <a:solidFill>
            <a:srgbClr val="456A97"/>
          </a:solidFill>
          <a:ln w="9525">
            <a:solidFill>
              <a:srgbClr val="294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62228" y="1938596"/>
            <a:ext cx="2928008" cy="1071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  <a:t>OMOP</a:t>
            </a:r>
            <a:br>
              <a:rPr lang="en-US" sz="4600" b="1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</a:rPr>
            </a:br>
            <a:r>
              <a:rPr lang="en-US" sz="4600" b="1" dirty="0">
                <a:solidFill>
                  <a:srgbClr val="102A43"/>
                </a:solidFill>
                <a:latin typeface="Roboto Condensed"/>
                <a:ea typeface="Roboto Condensed"/>
                <a:cs typeface="Roboto Condensed"/>
              </a:rPr>
              <a:t>INDICES</a:t>
            </a:r>
            <a:endParaRPr lang="en-US" sz="4600" b="1" dirty="0">
              <a:latin typeface="Roboto Condense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AC535-C914-A6BE-6D06-8762523B1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620" y="5214595"/>
            <a:ext cx="3355848" cy="3355848"/>
          </a:xfrm>
          <a:prstGeom prst="rect">
            <a:avLst/>
          </a:prstGeom>
        </p:spPr>
      </p:pic>
      <p:pic>
        <p:nvPicPr>
          <p:cNvPr id="8" name="Extracted Person Figu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3732" y="2801198"/>
            <a:ext cx="1066800" cy="147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334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 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CEF9D4-BB18-914C-A24D-1B7D5B20AED4}">
  <we:reference id="WA200010215" version="2.0.0.0" store="Omex" storeType="OMEX"/>
  <we:alternateReferences>
    <we:reference id="WA200010215" version="2.0.0.0" store="WA200010215" storeType="OMEX"/>
  </we:alternateReferences>
  <we:properties>
    <we:property name="bps.codex_control.document_id" value="&quot;fb26a657-6404-4321-98c9-be2b552917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46</Words>
  <Application>Microsoft Macintosh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Roboto Condensed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OMOP INDICES</dc:title>
  <dc:subject>Editable OMOP Indices hex sticker</dc:subject>
  <dc:creator>OpenAI</dc:creator>
  <cp:lastModifiedBy>Marti Catala Sabate</cp:lastModifiedBy>
  <cp:revision>6</cp:revision>
  <dcterms:created xsi:type="dcterms:W3CDTF">2026-09-07T19:03:06Z</dcterms:created>
  <dcterms:modified xsi:type="dcterms:W3CDTF">2026-09-07T19:29:00Z</dcterms:modified>
</cp:coreProperties>
</file>